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7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0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894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618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31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17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072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191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296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23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589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8286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71851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720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370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0268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182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5533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804160E-89D1-4573-9A55-CE5E1075F8F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0853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D3BB6-BAFF-456A-96D9-B29F6E8BBD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54552"/>
            <a:ext cx="9144000" cy="2387600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 по учебной практике ПМ.02 Осуществление интеграции программных модулей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84D6CE-56D0-4EE1-825C-89FFBE518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93876"/>
            <a:ext cx="9144000" cy="1655762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КИРОВСКОЙ ОБЛАСТИ Кировское областное государственное профессиональное бюджетное учреждение «Слободской колледж педагогики и социальных отношений»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C8922-F401-4582-AA3E-EF8E56DA0F1D}"/>
              </a:ext>
            </a:extLst>
          </p:cNvPr>
          <p:cNvSpPr txBox="1"/>
          <p:nvPr/>
        </p:nvSpPr>
        <p:spPr>
          <a:xfrm>
            <a:off x="8106141" y="4232799"/>
            <a:ext cx="382621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Стариков Дмитрий Алексеевич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 09.02.07 Информационные системы и программирование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 от колледжа Калинин Арсений Олегович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AD573-811E-4A6D-8E53-0DF6DB449B95}"/>
              </a:ext>
            </a:extLst>
          </p:cNvPr>
          <p:cNvSpPr txBox="1"/>
          <p:nvPr/>
        </p:nvSpPr>
        <p:spPr>
          <a:xfrm>
            <a:off x="5239964" y="6079458"/>
            <a:ext cx="1712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– 2026 г.</a:t>
            </a:r>
          </a:p>
        </p:txBody>
      </p:sp>
    </p:spTree>
    <p:extLst>
      <p:ext uri="{BB962C8B-B14F-4D97-AF65-F5344CB8AC3E}">
        <p14:creationId xmlns:p14="http://schemas.microsoft.com/office/powerpoint/2010/main" val="3457256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6FED2B-D9DD-490A-BFC2-BC91717B7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2967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8AABDA-37AD-47ED-A084-E5D252A5D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469258"/>
            <a:ext cx="9607823" cy="4936024"/>
          </a:xfrm>
        </p:spPr>
        <p:txBody>
          <a:bodyPr>
            <a:noAutofit/>
          </a:bodyPr>
          <a:lstStyle/>
          <a:p>
            <a:pPr algn="l"/>
            <a:r>
              <a:rPr lang="ru-RU" sz="2400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Тема:</a:t>
            </a: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Разработка информационной системы «</a:t>
            </a:r>
            <a:r>
              <a:rPr lang="ru-RU" sz="2400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АгроКонтроль</a:t>
            </a: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 для управления производством средств защиты растений</a:t>
            </a:r>
          </a:p>
          <a:p>
            <a:pPr algn="l"/>
            <a:r>
              <a:rPr lang="ru-RU" sz="2400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Автоматизация процессов технологического отдела, лаборатории и аппаратчиков на предприятии по выпуску агрохимикатов.</a:t>
            </a:r>
          </a:p>
          <a:p>
            <a:pPr algn="l"/>
            <a:r>
              <a:rPr lang="ru-RU" sz="2400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Создана полнофункциональная система «</a:t>
            </a:r>
            <a:r>
              <a:rPr lang="ru-RU" sz="2400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АгроКонтроль</a:t>
            </a: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», включающая: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Базу данных (MS SQL Server)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 (</a:t>
            </a:r>
            <a:r>
              <a:rPr lang="ru-RU" sz="2400" b="0" i="0" u="none" strike="noStrike" dirty="0">
                <a:solidFill>
                  <a:srgbClr val="679EF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ASP.NET</a:t>
            </a: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Web API 2)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Три WPF-приложения (Технолог, Лаборатория, Аппаратчик)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Комплект документации и тестов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398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0512F3-E76E-4626-AA99-CA593161C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1: Проектирование и база данных</a:t>
            </a:r>
            <a:b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C0835C-EF24-453C-A13B-24430D908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Рецептуры,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техкарты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заказы, партии, лабораторный контроль, отклонения, аудит.</a:t>
            </a:r>
          </a:p>
          <a:p>
            <a:pPr algn="l"/>
            <a:r>
              <a:rPr lang="en-US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Case (6 </a:t>
            </a: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основных):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рецептурами,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техкартами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заказами, партиями, выполнение шага, лабораторный контроль.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ERD (20+ 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таблиц)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Wireframe 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Figma (6 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экранов)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Таблицы: 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users, products, recipes,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process_steps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batches,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batch_steps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quality_controls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deviation_events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audit_log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equipment_telemetry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др.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Хранимые процедуры, триггеры, функции (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get_current_user_id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sp_create_batch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sp_record_batch_step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sp_complete_batch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21813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9DD27B-B248-40C2-902A-02B651ED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2: </a:t>
            </a:r>
            <a:r>
              <a:rPr lang="en-US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  <a:br>
              <a:rPr lang="en-US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1FB6C4-4567-439F-A7E2-777667FFF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u="none" strike="noStrike" dirty="0">
                <a:solidFill>
                  <a:srgbClr val="679EF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ASP.NET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Web API 2 (.NET Framework 4.8)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Контроллеры (10 шт.):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логин, регистрация)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ProductsController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RecipesController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ProcessStepsController</a:t>
            </a:r>
            <a:endParaRPr lang="en-US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OrdersController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BatchesController</a:t>
            </a:r>
            <a:endParaRPr lang="en-US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QualityController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OperatorController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активные партии, программа, шаги, телеметрия)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DeviationEventsController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ReportsController</a:t>
            </a:r>
            <a:endParaRPr lang="en-US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Аутентификация без 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 (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логина/пароля + 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CAPTCHA 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клиенте)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Параметризованные запросы, защита от 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SQL-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инъекций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Аудирование через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audit_log</a:t>
            </a:r>
            <a:endParaRPr lang="en-US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Postman </a:t>
            </a: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коллекция: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все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эндпоинты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 примерами (файл в репозитории).</a:t>
            </a:r>
          </a:p>
        </p:txBody>
      </p:sp>
    </p:spTree>
    <p:extLst>
      <p:ext uri="{BB962C8B-B14F-4D97-AF65-F5344CB8AC3E}">
        <p14:creationId xmlns:p14="http://schemas.microsoft.com/office/powerpoint/2010/main" val="2505444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A0880E-270B-4005-BE56-440ECB260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3: Модуль технолога (WPF)</a:t>
            </a:r>
            <a:b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B04725-A0E5-42E2-A0E1-93658CB5B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AgroChem.TechnologistClient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Вход с CAPTCHA, роль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technologist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продукцией (CRUD)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Рецептуры (версии, компоненты, статусы)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Технологические карты (шаги с плановыми параметрами и инструкциями)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Заказы и партии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Мониторинг выполнения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Отклонения и отчёты (Excel)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 с API: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через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ApiService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HttpClient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CAPTCHA: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графическая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System.Drawing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6 символов с шумом и линиями.</a:t>
            </a:r>
          </a:p>
        </p:txBody>
      </p:sp>
    </p:spTree>
    <p:extLst>
      <p:ext uri="{BB962C8B-B14F-4D97-AF65-F5344CB8AC3E}">
        <p14:creationId xmlns:p14="http://schemas.microsoft.com/office/powerpoint/2010/main" val="96155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2D2D08-30F2-40B2-BDCC-7138FAEF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4: Модуль лаборатории (WPF)</a:t>
            </a:r>
            <a:b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0CC5F6-417F-4D89-A4CF-5DDC3310D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AgroChem.Laboratory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функции: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сырья и готовой продукции (список партий)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Автоматическая загрузка нормативов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standard_params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Динамическая форма параметров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Автоматическая проверка соответствия (диапазоны, &gt;, &lt;, ≥, ≤)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Принятие решения: «Допустить» / «Заблокировать» (обязательная причина при блокировке)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 протокола в Excel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ClosedXML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испытаний и редактирование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интуитивный, быстрые переходы (список → карточка → испытание → назад).</a:t>
            </a:r>
          </a:p>
        </p:txBody>
      </p:sp>
    </p:spTree>
    <p:extLst>
      <p:ext uri="{BB962C8B-B14F-4D97-AF65-F5344CB8AC3E}">
        <p14:creationId xmlns:p14="http://schemas.microsoft.com/office/powerpoint/2010/main" val="94835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A45AE-BA26-4BB8-AE71-636F66184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5: Модуль аппаратчика (WPF)</a:t>
            </a:r>
            <a:b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3BBF63-4107-4ED0-9EB2-C5CB8E985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03506"/>
            <a:ext cx="8946541" cy="494489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AgroChem.OperatorClient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работы: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Вход (роль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 активных партий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Выбор партии → открытие программы партии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партии: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Слева – список шагов с индикацией статуса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not_started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in_progress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Центр – инструкция, плановые параметры, форма ввода фактических значений, комментарий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Справа – телеметрия оборудования (экструдер) с обновлением каждые 3 секунды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Действия аппаратчика: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Начать шаг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actual_start_time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операцию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Ввести фактические параметры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Завершить шаг (сохранение, проверка отклонений)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завершение партии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при выполнении всех шагов.</a:t>
            </a:r>
          </a:p>
        </p:txBody>
      </p:sp>
    </p:spTree>
    <p:extLst>
      <p:ext uri="{BB962C8B-B14F-4D97-AF65-F5344CB8AC3E}">
        <p14:creationId xmlns:p14="http://schemas.microsoft.com/office/powerpoint/2010/main" val="1533755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FCB946-2643-4B30-8906-8BE58CB3D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6: Комплексное тестирование</a:t>
            </a:r>
            <a:b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646677-73A1-4EE3-96CB-DF3676424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Ручное тестирование (40 тестов):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Позитивные и негативные (20% негативных)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Охват всех модулей (технолог, лаборатория, аппаратчик)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Модульные тесты (30 тестов, </a:t>
            </a:r>
            <a:r>
              <a:rPr lang="ru-RU" b="1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xUnit</a:t>
            </a: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Технолог: валидация рецептов, компонентов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Лаборатория: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нормативов, вычисление результата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Аппаратчик: обнаружение отклонений (температура, давление)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Интеграционные тесты API (10 тестов):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эндпоинтов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логин, получение данных, сохранение, обновление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Негативные сценарии (неверные данные, несуществующие ID)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Все тесты успешно пройдены.</a:t>
            </a:r>
          </a:p>
        </p:txBody>
      </p:sp>
    </p:spTree>
    <p:extLst>
      <p:ext uri="{BB962C8B-B14F-4D97-AF65-F5344CB8AC3E}">
        <p14:creationId xmlns:p14="http://schemas.microsoft.com/office/powerpoint/2010/main" val="2775280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3A065-93FC-40A8-AFCA-884E7C1BB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Сопроводительная документация</a:t>
            </a:r>
            <a:b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667CC2-86CD-4611-976A-AC60AC946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Разработаны документы (PDF/DOCX):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Пояснительная записка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архитектура, функциональность, результаты тестирования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Руководство оператора для модуля технолога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инструкция по работе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 «Отладка программного модуля»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для каждого компонента: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технолога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лаборатории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аппаратчика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Все документы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размещены в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-репозитории в оригинале и копиях PDF.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533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F39FE4-A7D7-4C78-87A2-0DF3E88E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Итоги и перспективы</a:t>
            </a:r>
            <a:b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26A12A-EFEF-41A6-929C-2912F288A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6230"/>
            <a:ext cx="8947522" cy="519905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сделано: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Полностью готовая система «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АгроКонтроль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 (БД + API + 3 десктоп-приложения)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все бизнес-функции по ТЗ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комплексное тестирование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Оформлена документация и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-репозиторий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.NET Framework 4.8, WPF, </a:t>
            </a:r>
            <a:r>
              <a:rPr lang="ru-RU" b="0" i="0" u="none" strike="noStrike" dirty="0">
                <a:solidFill>
                  <a:srgbClr val="679EF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ASP.NET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Web API 2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 SQL Server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xUnit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Moq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ClosedXML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Newtonsoft.Json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модуля аналитики (Power BI)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ERP-системой предприятия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Веб-версия для удалённого доступа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Мобильное приложение для операторов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готова к промышленной эксплуатации.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4931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</TotalTime>
  <Words>881</Words>
  <Application>Microsoft Office PowerPoint</Application>
  <PresentationFormat>Широкоэкранный</PresentationFormat>
  <Paragraphs>116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Times New Roman</vt:lpstr>
      <vt:lpstr>Wingdings 3</vt:lpstr>
      <vt:lpstr>Ион</vt:lpstr>
      <vt:lpstr>Отчет по учебной практике ПМ.02 Осуществление интеграции программных модулей</vt:lpstr>
      <vt:lpstr>Введение</vt:lpstr>
      <vt:lpstr>Сессия 1: Проектирование и база данных </vt:lpstr>
      <vt:lpstr>Сессия 2: REST API </vt:lpstr>
      <vt:lpstr>Сессия 3: Модуль технолога (WPF) </vt:lpstr>
      <vt:lpstr>Сессия 4: Модуль лаборатории (WPF) </vt:lpstr>
      <vt:lpstr>Сессия 5: Модуль аппаратчика (WPF) </vt:lpstr>
      <vt:lpstr>Сессия 6: Комплексное тестирование </vt:lpstr>
      <vt:lpstr>Сопроводительная документация </vt:lpstr>
      <vt:lpstr>Итоги и перспективы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учебной практике ПМ.02 Осуществление интеграции программных модулей</dc:title>
  <dc:creator>PC33-2</dc:creator>
  <cp:lastModifiedBy>PC33-2</cp:lastModifiedBy>
  <cp:revision>1</cp:revision>
  <dcterms:created xsi:type="dcterms:W3CDTF">2026-05-18T11:07:28Z</dcterms:created>
  <dcterms:modified xsi:type="dcterms:W3CDTF">2026-05-18T11:15:48Z</dcterms:modified>
</cp:coreProperties>
</file>